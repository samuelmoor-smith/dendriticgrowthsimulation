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2" autoAdjust="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02BD-3F8E-E3AA-D726-FEF76C3DF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8DB4A-5985-E8D7-2499-386FF719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F3B50-E446-E78A-FB91-1A4FAFEB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B449-9ABC-2253-6F5D-456779CD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7EBD-B226-D3F6-EF57-2D267B7D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2D9D-9BE3-F92A-5849-766E5A98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C643-075F-6835-3DAF-3977FD8B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CADB6-BA73-2E00-09D3-B37F09C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7480E-B857-9899-2BC3-5ABEE4B5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88C42-F906-639D-3E93-2F32596E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5F73-291E-163D-8A0B-516DE16D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955AF-EAC2-81B6-5A1C-52138235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3EB2-A977-17F5-28E9-42AEF723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3B05-D9F0-F227-B9EC-30EF5ED1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0FA5-5BE7-1DE5-F0F4-721D6992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6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4345-39A7-3B50-DCB2-6D1F0F47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E799-BE6F-57ED-4F8D-8A05DECF5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0CE1F-68F1-D5DD-CED7-0F6A2A9B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8208-8FA4-66D2-D461-0C42B09B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53319-ADEF-CBEC-DEB7-568DD9B7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F2853-968E-BAC9-A477-1601FDC6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5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6996-2828-45A5-82B1-D3FBA2E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DCC5-E74E-9AAF-CBFD-0C6226C25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DFF8F-4B80-7C9D-7CFC-3C91517A0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00F84-AB48-5957-CD1D-968698F69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A043B-539D-2D11-E315-2A7D3C663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E33FD-C5A5-D98C-033F-19F695DC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C8F34-C293-DA98-1432-BD804DFA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0CB5B-2D15-8AB5-8999-3DB51D30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2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78EB-6295-738E-4939-3A409855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D29C6-F8A1-9BD0-60F8-3CBC18D0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E4F37-5E54-7F0D-A58D-69561270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CEDB5-0F5F-4ED2-B1DE-23A709AF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6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10805-D28B-6DA9-16D3-19351BED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29BD8-0543-49A5-94C1-9447A43D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03AA4-E897-0449-632D-5D228D46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2085-DD77-E3CD-3A88-965C0CD8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35F0-59CD-BBF6-59A0-36625B12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2D3B1-7F76-B476-08DE-5337779D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1764-1CF4-4276-C9E6-4B3A2AEC9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47812-D3E3-DA98-0AA2-D60BED71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BAC3B-4C3C-36A6-44AD-73BE269F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8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494C-4805-F5EA-F5F6-44EB2D99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CB5E6-2DFC-4556-5F59-C54B3EB03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F620B-AD86-F6D4-8BA6-4E9B5F802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A153F-DAE1-F08E-FF21-0D8F6C39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2280F-1831-BF37-8108-63C7F1C6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B1102-E831-198E-5996-FB03AD81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4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2073-3F49-F6F6-3F5F-614FA246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4105-8D1B-7A78-E337-C2B33F3EC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0D3B-7711-5BD4-AAFD-7002841B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192C-F60D-834B-4351-7B5D4730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97114-875C-DA7E-EB28-B936A339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11021-4553-4709-7A3D-C1B82F5D2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646A9-3EE6-D7A9-018F-D76EAD5B1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4828F-7430-66D1-1BCF-A115D6E5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2B87-DCC1-440B-308C-561E965D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6F61-9588-C7BE-1F75-3A671C89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1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9F22F-FCE8-DE2F-FE44-CD7340E3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1D43E-60CB-D1ED-00E4-0A8CA69C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8203-9B3A-C3A8-9DA4-CB953B044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8467-B141-457C-8217-D9F9B0A421E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69375-9E66-6322-0C18-6702A6ABA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FD62-9206-C5E4-9150-158977EA7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42431-029A-4935-BA02-2B63CB3C5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1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BE0E-82D2-1C43-3B60-027463FC4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/>
              <a:t>December 4 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8FE3-7F4F-8FF8-6648-8A1A69060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Benjamin Campbell</a:t>
            </a:r>
          </a:p>
        </p:txBody>
      </p:sp>
    </p:spTree>
    <p:extLst>
      <p:ext uri="{BB962C8B-B14F-4D97-AF65-F5344CB8AC3E}">
        <p14:creationId xmlns:p14="http://schemas.microsoft.com/office/powerpoint/2010/main" val="75277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77D7-8C9C-5204-3617-D69C9054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since last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6AE76-47D7-BC95-7CD3-94F691E61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1207"/>
          </a:xfrm>
        </p:spPr>
        <p:txBody>
          <a:bodyPr>
            <a:normAutofit/>
          </a:bodyPr>
          <a:lstStyle/>
          <a:p>
            <a:r>
              <a:rPr lang="en-US" dirty="0"/>
              <a:t>Added pulse simulations to the model</a:t>
            </a:r>
          </a:p>
          <a:p>
            <a:pPr lvl="1"/>
            <a:r>
              <a:rPr lang="en-US" dirty="0"/>
              <a:t>Before it was a constant voltage</a:t>
            </a:r>
          </a:p>
          <a:p>
            <a:r>
              <a:rPr lang="en-US" dirty="0"/>
              <a:t>Implemented a new current calculation method</a:t>
            </a:r>
          </a:p>
          <a:p>
            <a:pPr lvl="1"/>
            <a:r>
              <a:rPr lang="en-US" dirty="0"/>
              <a:t>We were not actually computing current before</a:t>
            </a:r>
          </a:p>
          <a:p>
            <a:pPr lvl="1"/>
            <a:r>
              <a:rPr lang="en-US" dirty="0"/>
              <a:t>Now biases for applied voltage (this needs more </a:t>
            </a:r>
            <a:r>
              <a:rPr lang="en-US" dirty="0" err="1"/>
              <a:t>tweeking</a:t>
            </a:r>
            <a:r>
              <a:rPr lang="en-US" dirty="0"/>
              <a:t>)</a:t>
            </a:r>
          </a:p>
          <a:p>
            <a:pPr lvl="1"/>
            <a:r>
              <a:rPr lang="en-US" strike="sngStrike" dirty="0"/>
              <a:t>Based on models used for photovoltaic cell semiconductors</a:t>
            </a:r>
          </a:p>
          <a:p>
            <a:pPr lvl="1"/>
            <a:r>
              <a:rPr lang="en-US" dirty="0"/>
              <a:t>Should still be faithful to the original model.</a:t>
            </a:r>
          </a:p>
          <a:p>
            <a:r>
              <a:rPr lang="en-US" dirty="0"/>
              <a:t>Attempted the simulation at various voltages and spatial dimensions to see how this affected the results</a:t>
            </a:r>
          </a:p>
          <a:p>
            <a:r>
              <a:rPr lang="en-US" dirty="0"/>
              <a:t>Got server access</a:t>
            </a:r>
          </a:p>
        </p:txBody>
      </p:sp>
    </p:spTree>
    <p:extLst>
      <p:ext uri="{BB962C8B-B14F-4D97-AF65-F5344CB8AC3E}">
        <p14:creationId xmlns:p14="http://schemas.microsoft.com/office/powerpoint/2010/main" val="91627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B744-95F3-E2D1-A756-14CCA531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Inaccurate current 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F483D-C7FC-5212-1215-92ABF9C6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56" y="2093976"/>
            <a:ext cx="5873578" cy="4398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93A8D-5ABD-02F1-A065-6FC9BACFE774}"/>
              </a:ext>
            </a:extLst>
          </p:cNvPr>
          <p:cNvSpPr txBox="1"/>
          <p:nvPr/>
        </p:nvSpPr>
        <p:spPr>
          <a:xfrm>
            <a:off x="3093802" y="1791272"/>
            <a:ext cx="71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3AAE6-355E-C452-5CCC-6D12AB618C3C}"/>
              </a:ext>
            </a:extLst>
          </p:cNvPr>
          <p:cNvSpPr txBox="1"/>
          <p:nvPr/>
        </p:nvSpPr>
        <p:spPr>
          <a:xfrm>
            <a:off x="7753350" y="6412158"/>
            <a:ext cx="383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 in 99.21463990211487 seconds</a:t>
            </a:r>
          </a:p>
        </p:txBody>
      </p:sp>
      <p:pic>
        <p:nvPicPr>
          <p:cNvPr id="12" name="Picture 11" descr="A graph and chart with numbers and lines&#10;&#10;AI-generated content may be incorrect.">
            <a:extLst>
              <a:ext uri="{FF2B5EF4-FFF2-40B4-BE49-F238E27FC236}">
                <a16:creationId xmlns:a16="http://schemas.microsoft.com/office/drawing/2014/main" id="{F299128B-AD9F-23F2-9F01-45C25E519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08" y="2160604"/>
            <a:ext cx="4111752" cy="41117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3E0E24-FDF5-C90C-E73D-3CD4E11B9EFE}"/>
              </a:ext>
            </a:extLst>
          </p:cNvPr>
          <p:cNvSpPr txBox="1"/>
          <p:nvPr/>
        </p:nvSpPr>
        <p:spPr>
          <a:xfrm>
            <a:off x="8769096" y="1788224"/>
            <a:ext cx="92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Model:</a:t>
            </a:r>
          </a:p>
        </p:txBody>
      </p:sp>
    </p:spTree>
    <p:extLst>
      <p:ext uri="{BB962C8B-B14F-4D97-AF65-F5344CB8AC3E}">
        <p14:creationId xmlns:p14="http://schemas.microsoft.com/office/powerpoint/2010/main" val="274761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72DC-2D3A-2539-826B-81FAD4E4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4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Old Current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11868-E6E8-BD5C-BA9C-589BA5A3081A}"/>
              </a:ext>
            </a:extLst>
          </p:cNvPr>
          <p:cNvSpPr/>
          <p:nvPr/>
        </p:nvSpPr>
        <p:spPr>
          <a:xfrm>
            <a:off x="271272" y="960120"/>
            <a:ext cx="3907536" cy="2569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b="1" dirty="0" err="1"/>
              <a:t>x,y</a:t>
            </a:r>
            <a:r>
              <a:rPr lang="en-US" dirty="0"/>
              <a:t>) for each particle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</a:t>
            </a:r>
            <a:r>
              <a:rPr lang="en-US" dirty="0"/>
              <a:t> - Length of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λ</a:t>
            </a:r>
            <a:r>
              <a:rPr lang="en-US" b="1" dirty="0"/>
              <a:t> </a:t>
            </a:r>
            <a:r>
              <a:rPr lang="en-US" dirty="0"/>
              <a:t>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b="1" baseline="-25000" dirty="0"/>
              <a:t>t</a:t>
            </a:r>
            <a:r>
              <a:rPr lang="en-US" baseline="-25000" dirty="0"/>
              <a:t> </a:t>
            </a:r>
            <a:r>
              <a:rPr lang="en-US" dirty="0"/>
              <a:t>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 – number of steps of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Num_e</a:t>
            </a:r>
            <a:r>
              <a:rPr lang="en-US" dirty="0"/>
              <a:t> - Number of electrons</a:t>
            </a:r>
            <a:endParaRPr lang="el-GR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F368768-1AA5-F63C-63AC-D1B76F313370}"/>
              </a:ext>
            </a:extLst>
          </p:cNvPr>
          <p:cNvSpPr/>
          <p:nvPr/>
        </p:nvSpPr>
        <p:spPr>
          <a:xfrm>
            <a:off x="4385749" y="1351923"/>
            <a:ext cx="1416458" cy="289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E266F-0CC0-48C8-755A-E263DDDBEA55}"/>
              </a:ext>
            </a:extLst>
          </p:cNvPr>
          <p:cNvSpPr/>
          <p:nvPr/>
        </p:nvSpPr>
        <p:spPr>
          <a:xfrm>
            <a:off x="6009148" y="960120"/>
            <a:ext cx="390753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current is 0</a:t>
            </a:r>
          </a:p>
          <a:p>
            <a:pPr algn="ctr"/>
            <a:r>
              <a:rPr lang="en-US" dirty="0"/>
              <a:t>(Efficiency measure)</a:t>
            </a:r>
            <a:endParaRPr lang="el-G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20BA1-315E-C467-87F3-5FB00E1C1E61}"/>
              </a:ext>
            </a:extLst>
          </p:cNvPr>
          <p:cNvSpPr txBox="1"/>
          <p:nvPr/>
        </p:nvSpPr>
        <p:spPr>
          <a:xfrm>
            <a:off x="4178808" y="1041913"/>
            <a:ext cx="183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min(L-x) &lt; L/2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FBCD46-30F7-57E9-75C4-58542700DA3C}"/>
              </a:ext>
            </a:extLst>
          </p:cNvPr>
          <p:cNvSpPr/>
          <p:nvPr/>
        </p:nvSpPr>
        <p:spPr>
          <a:xfrm>
            <a:off x="4385749" y="3035940"/>
            <a:ext cx="1416458" cy="289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405C-F671-96CA-0814-8DD44D31EB77}"/>
              </a:ext>
            </a:extLst>
          </p:cNvPr>
          <p:cNvSpPr txBox="1"/>
          <p:nvPr/>
        </p:nvSpPr>
        <p:spPr>
          <a:xfrm>
            <a:off x="4178808" y="2725930"/>
            <a:ext cx="183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CE6967-515F-E6DC-FA28-2B023786866F}"/>
              </a:ext>
            </a:extLst>
          </p:cNvPr>
          <p:cNvSpPr/>
          <p:nvPr/>
        </p:nvSpPr>
        <p:spPr>
          <a:xfrm>
            <a:off x="6009148" y="2596914"/>
            <a:ext cx="390753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Sample the path of </a:t>
            </a:r>
            <a:r>
              <a:rPr lang="en-US" dirty="0" err="1"/>
              <a:t>Num_e</a:t>
            </a:r>
            <a:r>
              <a:rPr lang="en-US" dirty="0"/>
              <a:t> electrons and determine the resistance of each path.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2488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45AC-F7CD-0DB9-26C9-7C6A2E85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25"/>
            <a:ext cx="10515600" cy="1325563"/>
          </a:xfrm>
        </p:spPr>
        <p:txBody>
          <a:bodyPr/>
          <a:lstStyle/>
          <a:p>
            <a:r>
              <a:rPr lang="en-US" dirty="0"/>
              <a:t>New Current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8EDC0-F082-210F-5B29-B1ED349EB649}"/>
              </a:ext>
            </a:extLst>
          </p:cNvPr>
          <p:cNvSpPr/>
          <p:nvPr/>
        </p:nvSpPr>
        <p:spPr>
          <a:xfrm>
            <a:off x="234696" y="1115568"/>
            <a:ext cx="3907536" cy="2569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b="1" dirty="0" err="1"/>
              <a:t>x,y</a:t>
            </a:r>
            <a:r>
              <a:rPr lang="en-US" dirty="0"/>
              <a:t>) for each particle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</a:t>
            </a:r>
            <a:r>
              <a:rPr lang="en-US" dirty="0"/>
              <a:t> - Length of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λ</a:t>
            </a:r>
            <a:r>
              <a:rPr lang="en-US" b="1" dirty="0"/>
              <a:t> </a:t>
            </a:r>
            <a:r>
              <a:rPr lang="en-US" dirty="0"/>
              <a:t>– Effective tunneling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b="1" baseline="-25000" dirty="0"/>
              <a:t>t</a:t>
            </a:r>
            <a:r>
              <a:rPr lang="en-US" baseline="-25000" dirty="0"/>
              <a:t> </a:t>
            </a:r>
            <a:r>
              <a:rPr lang="en-US" dirty="0"/>
              <a:t>– tunnelling resistance amplitude (constant)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 – number of steps of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Num_e</a:t>
            </a:r>
            <a:r>
              <a:rPr lang="en-US" dirty="0"/>
              <a:t> - Number of electrons</a:t>
            </a:r>
            <a:endParaRPr lang="el-GR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1199534-7BAB-4032-8E2D-DE5E3024C195}"/>
              </a:ext>
            </a:extLst>
          </p:cNvPr>
          <p:cNvSpPr/>
          <p:nvPr/>
        </p:nvSpPr>
        <p:spPr>
          <a:xfrm>
            <a:off x="4349173" y="1507371"/>
            <a:ext cx="1416458" cy="289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79E2F-91FA-EB88-7B7A-957E8C6AE605}"/>
              </a:ext>
            </a:extLst>
          </p:cNvPr>
          <p:cNvSpPr/>
          <p:nvPr/>
        </p:nvSpPr>
        <p:spPr>
          <a:xfrm>
            <a:off x="5972572" y="1115568"/>
            <a:ext cx="390753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current is 0</a:t>
            </a:r>
          </a:p>
          <a:p>
            <a:pPr algn="ctr"/>
            <a:r>
              <a:rPr lang="en-US" dirty="0"/>
              <a:t>(Efficiency measure)</a:t>
            </a:r>
            <a:endParaRPr lang="el-G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461D30-4B90-2E25-E0B3-672EA22B3D88}"/>
              </a:ext>
            </a:extLst>
          </p:cNvPr>
          <p:cNvSpPr/>
          <p:nvPr/>
        </p:nvSpPr>
        <p:spPr>
          <a:xfrm>
            <a:off x="5972572" y="2731380"/>
            <a:ext cx="390753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Initialize several values:</a:t>
            </a:r>
            <a:br>
              <a:rPr lang="en-US" dirty="0"/>
            </a:br>
            <a:endParaRPr lang="el-G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8A71D-8FF8-C3CF-5D88-9D053A34DD84}"/>
              </a:ext>
            </a:extLst>
          </p:cNvPr>
          <p:cNvSpPr txBox="1"/>
          <p:nvPr/>
        </p:nvSpPr>
        <p:spPr>
          <a:xfrm>
            <a:off x="4142232" y="1197361"/>
            <a:ext cx="183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min(L-x) &lt; L/2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CD8CFEB-AC6F-560C-5173-6E774294C840}"/>
              </a:ext>
            </a:extLst>
          </p:cNvPr>
          <p:cNvSpPr/>
          <p:nvPr/>
        </p:nvSpPr>
        <p:spPr>
          <a:xfrm>
            <a:off x="4349173" y="3191388"/>
            <a:ext cx="1416458" cy="2897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BBFD9-6BE2-0D87-4B27-E31EE24190A0}"/>
              </a:ext>
            </a:extLst>
          </p:cNvPr>
          <p:cNvSpPr txBox="1"/>
          <p:nvPr/>
        </p:nvSpPr>
        <p:spPr>
          <a:xfrm>
            <a:off x="4142232" y="2881378"/>
            <a:ext cx="1830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875DF-2604-8A31-4582-DFE1DBF0D273}"/>
              </a:ext>
            </a:extLst>
          </p:cNvPr>
          <p:cNvSpPr txBox="1"/>
          <p:nvPr/>
        </p:nvSpPr>
        <p:spPr>
          <a:xfrm>
            <a:off x="438912" y="5568696"/>
            <a:ext cx="1131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 I am skeptical about: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Tried to compute each path as a parallel classical resistor –issue is that even one moderately small resistance throughs off the computation of the reciprocals. </a:t>
            </a:r>
          </a:p>
        </p:txBody>
      </p:sp>
    </p:spTree>
    <p:extLst>
      <p:ext uri="{BB962C8B-B14F-4D97-AF65-F5344CB8AC3E}">
        <p14:creationId xmlns:p14="http://schemas.microsoft.com/office/powerpoint/2010/main" val="366985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8EBE-7C73-F038-578F-603B9FFE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81C2D-1F54-A968-54C2-7EE1FFAA0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faster – can render an extra 300 frame of the animation in the same amount of time.</a:t>
            </a:r>
          </a:p>
          <a:p>
            <a:r>
              <a:rPr lang="en-US" dirty="0"/>
              <a:t>I can run this on my laptop – will need the server to prepare figures for the paper since we </a:t>
            </a:r>
            <a:r>
              <a:rPr lang="en-US"/>
              <a:t>will want </a:t>
            </a:r>
            <a:r>
              <a:rPr lang="en-US" dirty="0"/>
              <a:t>higher definition.</a:t>
            </a:r>
          </a:p>
        </p:txBody>
      </p:sp>
    </p:spTree>
    <p:extLst>
      <p:ext uri="{BB962C8B-B14F-4D97-AF65-F5344CB8AC3E}">
        <p14:creationId xmlns:p14="http://schemas.microsoft.com/office/powerpoint/2010/main" val="234686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2E76-D188-4919-2086-F684EDBF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on the current time-series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8C36239-F2E2-41D5-23BB-DFF74B1B6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" y="1363091"/>
            <a:ext cx="4636008" cy="463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720B2-D996-0433-65CD-F32BE3843762}"/>
              </a:ext>
            </a:extLst>
          </p:cNvPr>
          <p:cNvSpPr txBox="1"/>
          <p:nvPr/>
        </p:nvSpPr>
        <p:spPr>
          <a:xfrm>
            <a:off x="408432" y="5823577"/>
            <a:ext cx="568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one was generated when I forgot to add the final resistance. Still has the correct shape though.</a:t>
            </a:r>
          </a:p>
        </p:txBody>
      </p:sp>
      <p:pic>
        <p:nvPicPr>
          <p:cNvPr id="8" name="Picture 7" descr="A graph with numbers and a chart with numbers and a diagram with numbers&#10;&#10;AI-generated content may be incorrect.">
            <a:extLst>
              <a:ext uri="{FF2B5EF4-FFF2-40B4-BE49-F238E27FC236}">
                <a16:creationId xmlns:a16="http://schemas.microsoft.com/office/drawing/2014/main" id="{5A38B9FE-7BC1-1223-0525-A0664C807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792" y="1315212"/>
            <a:ext cx="4636008" cy="46360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456FD-D222-5917-B134-DB4C43ACE670}"/>
              </a:ext>
            </a:extLst>
          </p:cNvPr>
          <p:cNvSpPr txBox="1"/>
          <p:nvPr/>
        </p:nvSpPr>
        <p:spPr>
          <a:xfrm>
            <a:off x="6251448" y="5823577"/>
            <a:ext cx="568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final resistance and truncated to sample electrons starting near the electrode. Shape is not desired.</a:t>
            </a:r>
          </a:p>
        </p:txBody>
      </p:sp>
    </p:spTree>
    <p:extLst>
      <p:ext uri="{BB962C8B-B14F-4D97-AF65-F5344CB8AC3E}">
        <p14:creationId xmlns:p14="http://schemas.microsoft.com/office/powerpoint/2010/main" val="330453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588F-7494-2353-5B9E-234B9338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change the pinning potentials to engender the desired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A746-C420-DC45-18FF-814A35DF9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1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6383-0BC5-57D0-C456-E2B20FBDA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A0B88-7314-13A2-0D02-6810FF1E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1"/>
            <a:ext cx="10515600" cy="5943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Think about modeling relaxation</a:t>
            </a:r>
          </a:p>
          <a:p>
            <a:pPr lvl="1"/>
            <a:r>
              <a:rPr lang="en-US" dirty="0"/>
              <a:t>Cut off the voltage for a period of time, particles move to electrodes</a:t>
            </a:r>
          </a:p>
          <a:p>
            <a:r>
              <a:rPr lang="en-US" dirty="0"/>
              <a:t>Refine the Current calculation</a:t>
            </a:r>
          </a:p>
          <a:p>
            <a:pPr lvl="1"/>
            <a:r>
              <a:rPr lang="en-US" dirty="0"/>
              <a:t>The implementation is currently a proof of concept and not theoretically rigorous for the current application</a:t>
            </a:r>
          </a:p>
          <a:p>
            <a:pPr lvl="1"/>
            <a:r>
              <a:rPr lang="en-US" dirty="0"/>
              <a:t>The papers I based the model off of were about organic polymers.</a:t>
            </a:r>
          </a:p>
          <a:p>
            <a:r>
              <a:rPr lang="en-US" dirty="0"/>
              <a:t>I want to add a way to manually import a pinning potential map so that I can generate them separately and then test.</a:t>
            </a:r>
          </a:p>
          <a:p>
            <a:pPr lvl="1"/>
            <a:r>
              <a:rPr lang="en-US" dirty="0"/>
              <a:t>Should be easy – just clone the current generator into a script and save the spatial array as a CSV.</a:t>
            </a:r>
          </a:p>
          <a:p>
            <a:pPr lvl="1"/>
            <a:r>
              <a:rPr lang="en-US" dirty="0"/>
              <a:t>This is then easy to import later.</a:t>
            </a:r>
          </a:p>
          <a:p>
            <a:r>
              <a:rPr lang="en-US" dirty="0"/>
              <a:t>Match time scales of data and model</a:t>
            </a:r>
          </a:p>
          <a:p>
            <a:r>
              <a:rPr lang="en-US" dirty="0"/>
              <a:t>What we are computing as current is not tied to the time scale of the simulation – it is not actual current.</a:t>
            </a:r>
          </a:p>
          <a:p>
            <a:r>
              <a:rPr lang="en-US" dirty="0"/>
              <a:t>Make the current sim more robust with Monte-Carlo samples. (or show error is small in current method – seems hard)</a:t>
            </a:r>
          </a:p>
          <a:p>
            <a:r>
              <a:rPr lang="en-US" dirty="0"/>
              <a:t>What happened when we up the number of particles? (500 currently)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17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542</Words>
  <Application>Microsoft Office PowerPoint</Application>
  <PresentationFormat>Widescreen</PresentationFormat>
  <Paragraphs>64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December 4 Progress Update</vt:lpstr>
      <vt:lpstr>Updates since last meeting</vt:lpstr>
      <vt:lpstr>Inaccurate current modeling</vt:lpstr>
      <vt:lpstr>Old Current Model</vt:lpstr>
      <vt:lpstr>New Current Model</vt:lpstr>
      <vt:lpstr>Impact on model performance</vt:lpstr>
      <vt:lpstr>Effect on the current time-series</vt:lpstr>
      <vt:lpstr>How can we change the pinning potentials to engender the desired result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Campbell</dc:creator>
  <cp:lastModifiedBy>Ben Campbell</cp:lastModifiedBy>
  <cp:revision>102</cp:revision>
  <dcterms:created xsi:type="dcterms:W3CDTF">2025-12-01T18:29:24Z</dcterms:created>
  <dcterms:modified xsi:type="dcterms:W3CDTF">2025-12-03T23:04:32Z</dcterms:modified>
</cp:coreProperties>
</file>